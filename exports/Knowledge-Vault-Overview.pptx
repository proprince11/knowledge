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Knowledge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Multi-Disciplinary Technical Reference - 62 files across 10 domains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01 - Monetization &amp; Digital Empires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8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Digital Product &amp; Template Design</a:t>
            </a:r>
          </a:p>
          <a:p>
            <a:pPr>
              <a:defRPr sz="1500"/>
            </a:pPr>
            <a:r>
              <a:t>Digital products are the highest-margin rung of the creator value ladder: ~100% gross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Discord Community Architecture</a:t>
            </a:r>
          </a:p>
          <a:p>
            <a:pPr>
              <a:defRPr sz="1500"/>
            </a:pPr>
            <a:r>
              <a:t>A Discord server is the owned-audience endpoint that platform funnels (YouTube, Instagram,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High-Conversion Paid Advertising</a:t>
            </a:r>
          </a:p>
          <a:p>
            <a:pPr>
              <a:defRPr sz="1500"/>
            </a:pPr>
            <a:r>
              <a:t>Paid acquisition is an auction-mediated arbitrage: you buy attention for less than the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Instagram &amp; Pinterest Growth Engineering</a:t>
            </a:r>
          </a:p>
          <a:p>
            <a:pPr>
              <a:defRPr sz="1500"/>
            </a:pPr>
            <a:r>
              <a:t>These two platforms are frequently lumped together and are in fact opposites. Instagram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Ko-fi &amp; Patreon Funnel Engineering</a:t>
            </a:r>
          </a:p>
          <a:p>
            <a:pPr>
              <a:defRPr sz="1500"/>
            </a:pPr>
            <a:r>
              <a:t>Membership monetization is not "ask fans for money." It is the construction of a value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Reddit Organic Marketing</a:t>
            </a:r>
          </a:p>
          <a:p>
            <a:pPr>
              <a:defRPr sz="1500"/>
            </a:pPr>
            <a:r>
              <a:t>Reddit is a federation of self-governing communities with a near-immune response to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SEO Mastery</a:t>
            </a:r>
          </a:p>
          <a:p>
            <a:pPr>
              <a:defRPr sz="1500"/>
            </a:pPr>
            <a:r>
              <a:t>Search engine optimization is the discipline of making a web property the best, most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YouTube Algorithm Mastery</a:t>
            </a:r>
          </a:p>
          <a:p>
            <a:pPr>
              <a:defRPr sz="1500"/>
            </a:pPr>
            <a:r>
              <a:t>The YouTube recommender is not one algorithm. It is a stack of distinct machine-learning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02 - Media &amp; Production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6 topics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Cinematic Video Editing</a:t>
            </a:r>
          </a:p>
          <a:p>
            <a:pPr>
              <a:defRPr sz="1500"/>
            </a:pPr>
            <a:r>
              <a:t>Editing is the final rewrite — the stage where structure, performance, and rhythm are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Cinematography</a:t>
            </a:r>
          </a:p>
          <a:p>
            <a:pPr>
              <a:defRPr sz="1500"/>
            </a:pPr>
            <a:r>
              <a:t>Cinematography is storytelling with light, lens, and motion — every technical parameter is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Lighting Physics &amp; Cinematic Lighting</a:t>
            </a:r>
          </a:p>
          <a:p>
            <a:pPr>
              <a:defRPr sz="1500"/>
            </a:pPr>
            <a:r>
              <a:t>Light is the medium of the image — the camera only records reflected light, so lighting is not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Advanced Scriptwriting Formulas</a:t>
            </a:r>
          </a:p>
          <a:p>
            <a:pPr>
              <a:defRPr sz="1500"/>
            </a:pPr>
            <a:r>
              <a:t>Story structure is not a creativity straitjacket — it is a model of how human attention and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Sound Design &amp; Acoustics</a:t>
            </a:r>
          </a:p>
          <a:p>
            <a:pPr>
              <a:defRPr sz="1500"/>
            </a:pPr>
            <a:r>
              <a:t>Audiences forgive imperfect picture but reject bad audio instantly — sound is processed faster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Storytelling Psychology</a:t>
            </a:r>
          </a:p>
          <a:p>
            <a:pPr>
              <a:defRPr sz="1500"/>
            </a:pPr>
            <a:r>
              <a:t>Story is a cognitive technology: it is how humans encode causality, simulate experience, and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03 - Computer Science &amp; Architecture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9 topics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AI / ML Engineering</a:t>
            </a:r>
          </a:p>
          <a:p>
            <a:pPr>
              <a:defRPr sz="1500"/>
            </a:pPr>
            <a:r>
              <a:t>ML engineering is the discipline of turning a probabilistic model into a reliable production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C Masterclass</a:t>
            </a:r>
          </a:p>
          <a:p>
            <a:pPr>
              <a:defRPr sz="1500"/>
            </a:pPr>
            <a:r>
              <a:t>C is a portable assembler: a thin, predictable abstraction over the machine where almost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C++ Masterclass</a:t>
            </a:r>
          </a:p>
          <a:p>
            <a:pPr>
              <a:defRPr sz="1500"/>
            </a:pPr>
            <a:r>
              <a:t>C++ is a multi-paradigm, zero-overhead-abstraction language: its guiding principle (Stroustrup)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Database Systems (DBMS) Masterclass</a:t>
            </a:r>
          </a:p>
          <a:p>
            <a:pPr>
              <a:defRPr sz="1500"/>
            </a:pPr>
            <a:r>
              <a:t>A database is a durability + concurrency + query engine built around one hard problem: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HTML &amp; CSS Masterclass</a:t>
            </a:r>
          </a:p>
          <a:p>
            <a:pPr>
              <a:defRPr sz="1500"/>
            </a:pPr>
            <a:r>
              <a:t>HTML and CSS are deceptively deep: HTML is a semantic, accessible document model (not a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JavaScript Masterclass</a:t>
            </a:r>
          </a:p>
          <a:p>
            <a:pPr>
              <a:defRPr sz="1500"/>
            </a:pPr>
            <a:r>
              <a:t>JavaScript is a single-threaded, prototype-based, dynamically-typed language whose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LLM Fine-Tuning &amp; Adaptation</a:t>
            </a:r>
          </a:p>
          <a:p>
            <a:pPr>
              <a:defRPr sz="1500"/>
            </a:pPr>
            <a:r>
              <a:t>Adapting a large language model is an optimization-under-constraints problem: you want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Python Masterclass</a:t>
            </a:r>
          </a:p>
          <a:p>
            <a:pPr>
              <a:defRPr sz="1500"/>
            </a:pPr>
            <a:r>
              <a:t>Python's design philosophy ("there should be one obvious way to do it") hides deep machinery: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System Design</a:t>
            </a:r>
          </a:p>
          <a:p>
            <a:pPr>
              <a:defRPr sz="1500"/>
            </a:pPr>
            <a:r>
              <a:t>System design is the art of making tradeoffs under constraints — latency vs. consistency,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04 - Offensive/Defensive Security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6 topics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Bug Bounty Workflows (Authorized Disclosure)</a:t>
            </a:r>
          </a:p>
          <a:p>
            <a:pPr>
              <a:defRPr sz="1500"/>
            </a:pPr>
            <a:r>
              <a:t>Bug bounty hunting is authorized security testing against real targets, governed by a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Applied Cryptography</a:t>
            </a:r>
          </a:p>
          <a:p>
            <a:pPr>
              <a:defRPr sz="1500"/>
            </a:pPr>
            <a:r>
              <a:t>Cryptography provides the mathematical guarantees behind confidentiality, integrity,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Ethical Hacking Foundations (Authorized Testing &amp; Defense)</a:t>
            </a:r>
          </a:p>
          <a:p>
            <a:pPr>
              <a:defRPr sz="1500"/>
            </a:pPr>
            <a:r>
              <a:t>Ethical hacking is the practice of thinking like an adversary under legal authorization to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Network Defense &amp; Blue-Team Operations</a:t>
            </a:r>
          </a:p>
          <a:p>
            <a:pPr>
              <a:defRPr sz="1500"/>
            </a:pPr>
            <a:r>
              <a:t>Defense is an asymmetric, continuous discipline: attackers need one success, defenders need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OWASP Frameworks &amp; Web Application Defense</a:t>
            </a:r>
          </a:p>
          <a:p>
            <a:pPr>
              <a:defRPr sz="1500"/>
            </a:pPr>
            <a:r>
              <a:t>OWASP (Open Worldwide Application Security Project) produces the de-facto standards for web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 (the risk classes &amp; their root causes)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Penetration Testing Methodology (Authorized)</a:t>
            </a:r>
          </a:p>
          <a:p>
            <a:pPr>
              <a:defRPr sz="1500"/>
            </a:pPr>
            <a:r>
              <a:t>A penetration test is a structured, repeatable process, not ad-hoc hacking. The value comes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05 - Human Physiology &amp; Optimization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7 topics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Biohacking &amp; Human Optimization</a:t>
            </a:r>
          </a:p>
          <a:p>
            <a:pPr>
              <a:defRPr sz="1500"/>
            </a:pPr>
            <a:r>
              <a:t>Biohacking is self-experimentation toward measurable physiological/cognitive improvement.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Diet &amp; Macronutrient Planning</a:t>
            </a:r>
          </a:p>
          <a:p>
            <a:pPr>
              <a:defRPr sz="1500"/>
            </a:pPr>
            <a:r>
              <a:t>Body composition is governed first by energy balance (thermodynamics), then by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Pharmacology of Herbs &amp; Botanical Compounds</a:t>
            </a:r>
          </a:p>
          <a:p>
            <a:pPr>
              <a:defRPr sz="1500"/>
            </a:pPr>
            <a:r>
              <a:t>Botanicals are drug mixtures: a single herb contains dozens of bioactive constituents acting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 (evidence-aware, safety-first)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Hypertrophy &amp; Bodybuilding Biomechanics</a:t>
            </a:r>
          </a:p>
          <a:p>
            <a:pPr>
              <a:defRPr sz="1500"/>
            </a:pPr>
            <a:r>
              <a:t>Muscle growth is a stimulus-adaptation process governed by mechanotransduction — not by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Longevity &amp; Healthspan</a:t>
            </a:r>
          </a:p>
          <a:p>
            <a:pPr>
              <a:defRPr sz="1500"/>
            </a:pPr>
            <a:r>
              <a:t>The goal is healthspan (years of healthy function), not merely lifespan. Modern geroscience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 (evidence-tiered)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Mind-Muscle Connection &amp; Motor Control</a:t>
            </a:r>
          </a:p>
          <a:p>
            <a:pPr>
              <a:defRPr sz="1500"/>
            </a:pPr>
            <a:r>
              <a:t>The "mind-muscle connection" (MMC) is attentional focus on contracting a target muscle — an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The Neurology of Sleep</a:t>
            </a:r>
          </a:p>
          <a:p>
            <a:pPr>
              <a:defRPr sz="1500"/>
            </a:pPr>
            <a:r>
              <a:t>Sleep is an active, structured neurological process essential for memory consolidation,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 (sleep hygiene)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06 - Deep Sciences &amp; Biology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6 topics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Agricultural Science &amp; Advanced Farming</a:t>
            </a:r>
          </a:p>
          <a:p>
            <a:pPr>
              <a:defRPr sz="1500"/>
            </a:pPr>
            <a:r>
              <a:t>Agriculture is applied biology, ecology, and engineering at planetary scale — feeding ~8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CRISPR &amp; Genome Editing Applications</a:t>
            </a:r>
          </a:p>
          <a:p>
            <a:pPr>
              <a:defRPr sz="1500"/>
            </a:pPr>
            <a:r>
              <a:t>CRISPR-Cas9 turned genome editing from a slow, expensive art into a programmable, cheap,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Ethics &amp;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Epigenetics</a:t>
            </a:r>
          </a:p>
          <a:p>
            <a:pPr>
              <a:defRPr sz="1500"/>
            </a:pPr>
            <a:r>
              <a:t>Epigenetics studies heritable changes in gene expression that don't alter the DNA sequence —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Genetics — Molecular Foundations</a:t>
            </a:r>
          </a:p>
          <a:p>
            <a:pPr>
              <a:defRPr sz="1500"/>
            </a:pPr>
            <a:r>
              <a:t>Genetics is the study of heredity and variation at the level of information: how DNA encodes,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GMO Engineering</a:t>
            </a:r>
          </a:p>
          <a:p>
            <a:pPr>
              <a:defRPr sz="1500"/>
            </a:pPr>
            <a:r>
              <a:t>A genetically modified organism has had its genome deliberately altered using recombinant DNA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Safety, Ecology &amp;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Synthetic Biology</a:t>
            </a:r>
          </a:p>
          <a:p>
            <a:pPr>
              <a:defRPr sz="1500"/>
            </a:pPr>
            <a:r>
              <a:t>Synthetic biology applies engineering principles — abstraction, standardization, modularity,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Biosafety, Biosecurity &amp;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07 - Engineering &amp; Mechanics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5 topics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Automotive Engineering</a:t>
            </a:r>
          </a:p>
          <a:p>
            <a:pPr>
              <a:defRPr sz="1500"/>
            </a:pPr>
            <a:r>
              <a:t>A vehicle is a system of integrated subsystems — powertrain, chassis, suspension, brakes,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ICE vs. EV Powertrains</a:t>
            </a:r>
          </a:p>
          <a:p>
            <a:pPr>
              <a:defRPr sz="1500"/>
            </a:pPr>
            <a:r>
              <a:t>The internal-combustion engine and the electric powertrain solve the same problem — propulsion —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 (comparative)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Mechanical Maintenance &amp; Reliability Engineering</a:t>
            </a:r>
          </a:p>
          <a:p>
            <a:pPr>
              <a:defRPr sz="1500"/>
            </a:pPr>
            <a:r>
              <a:t>Maintenance is applied reliability engineering: managing the inevitable degradation of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Robotics</a:t>
            </a:r>
          </a:p>
          <a:p>
            <a:pPr>
              <a:defRPr sz="1500"/>
            </a:pPr>
            <a:r>
              <a:t>A robot is a sense → plan → act loop embodied in the physical world — the integration of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Thermodynamics</a:t>
            </a:r>
          </a:p>
          <a:p>
            <a:pPr>
              <a:defRPr sz="1500"/>
            </a:pPr>
            <a:r>
              <a:t>Thermodynamics is the science of energy, its transformations, and the directional limits on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08 - Combat &amp; Kinesiology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4 topics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Boxing Mechanics</a:t>
            </a:r>
          </a:p>
          <a:p>
            <a:pPr>
              <a:defRPr sz="1500"/>
            </a:pPr>
            <a:r>
              <a:t>Boxing is applied kinetic-chain physics under time pressure — generating maximal force at the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Combat Psychology</a:t>
            </a:r>
          </a:p>
          <a:p>
            <a:pPr>
              <a:defRPr sz="1500"/>
            </a:pPr>
            <a:r>
              <a:t>Combat is decided as much by the nervous system and the mind as by physical attributes. Under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Kinetic Chain Optimization</a:t>
            </a:r>
          </a:p>
          <a:p>
            <a:pPr>
              <a:defRPr sz="1500"/>
            </a:pPr>
            <a:r>
              <a:t>Power in human movement is not generated by a single muscle — it is sequenced through a chain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Martial Arts Physics</a:t>
            </a:r>
          </a:p>
          <a:p>
            <a:pPr>
              <a:defRPr sz="1500"/>
            </a:pPr>
            <a:r>
              <a:t>Beneath the styles, martial arts are governed by Newtonian mechanics: force, momentum,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09 - Humanities &amp; Master Skills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7 topics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Behavioral Logic — Cognitive Biases &amp; Decision-Making</a:t>
            </a:r>
          </a:p>
          <a:p>
            <a:pPr>
              <a:defRPr sz="1500"/>
            </a:pPr>
            <a:r>
              <a:t>Humans are not rational calculators; we are pattern-matching, heuristic-driven agents whose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Communication Frameworks</a:t>
            </a:r>
          </a:p>
          <a:p>
            <a:pPr>
              <a:defRPr sz="1500"/>
            </a:pPr>
            <a:r>
              <a:t>Communication is the transfer of meaning, not words — and meaning is reconstructed in the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Game Theory</a:t>
            </a:r>
          </a:p>
          <a:p>
            <a:pPr>
              <a:defRPr sz="1500"/>
            </a:pPr>
            <a:r>
              <a:t>Game theory is the mathematics of strategic interaction — how rational agents should act when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Influence &amp; Dark-Psychology Defense</a:t>
            </a:r>
          </a:p>
          <a:p>
            <a:pPr>
              <a:defRPr sz="1500"/>
            </a:pPr>
            <a:r>
              <a:t>Persuasion is a normal, ethical part of human interaction; manipulation is persuasion that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Negotiation</a:t>
            </a:r>
          </a:p>
          <a:p>
            <a:pPr>
              <a:defRPr sz="1500"/>
            </a:pPr>
            <a:r>
              <a:t>Negotiation is structured joint decision-making under conflicting and shared interests. The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Public Speaking</a:t>
            </a:r>
          </a:p>
          <a:p>
            <a:pPr>
              <a:defRPr sz="1500"/>
            </a:pPr>
            <a:r>
              <a:t>Public speaking is the engineering of understanding and persuasion in real time. The fear is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Relationship Psychology</a:t>
            </a:r>
          </a:p>
          <a:p>
            <a:pPr>
              <a:defRPr sz="1500"/>
            </a:pPr>
            <a:r>
              <a:t>Close relationships are among the strongest predictors of happiness, health, and longevity (the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5A"/>
                </a:solidFill>
              </a:defRPr>
            </a:pPr>
            <a:r>
              <a:t>10 - Curated Wisdom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4 topics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Financial Literacy</a:t>
            </a:r>
          </a:p>
          <a:p>
            <a:pPr>
              <a:defRPr sz="1500"/>
            </a:pPr>
            <a:r>
              <a:t>Personal finance is simple in principle, hard in behavior: spend less than you earn, insure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Actionable Life Frameworks</a:t>
            </a:r>
          </a:p>
          <a:p>
            <a:pPr>
              <a:defRPr sz="1500"/>
            </a:pPr>
            <a:r>
              <a:t>This is a curated toolkit of decision and action models that compound across a lifetime —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 (the core models)</a:t>
            </a:r>
          </a:p>
          <a:p>
            <a:pPr>
              <a:defRPr sz="1200"/>
            </a:pPr>
            <a:r>
              <a:t>- 2. Application Frameworks (systems for action)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Macroeconomic Principles</a:t>
            </a:r>
          </a:p>
          <a:p>
            <a:pPr>
              <a:defRPr sz="1500"/>
            </a:pPr>
            <a:r>
              <a:t>Macroeconomics studies the economy as a whole — growth, inflation, unemployment, and the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Technical Mechanisms</a:t>
            </a:r>
          </a:p>
          <a:p>
            <a:pPr>
              <a:defRPr sz="1200"/>
            </a:pPr>
            <a:r>
              <a:t>- 2. Application Frameworks</a:t>
            </a:r>
          </a:p>
          <a:p>
            <a:pPr>
              <a:defRPr sz="1200"/>
            </a:pPr>
            <a:r>
              <a:t>- 3. Common Pitfalls</a:t>
            </a:r>
          </a:p>
          <a:p>
            <a:pPr>
              <a:defRPr sz="1200"/>
            </a:pPr>
            <a:r>
              <a:t>- 4. Advanced Resources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5A"/>
                </a:solidFill>
              </a:defRPr>
            </a:pPr>
            <a:r>
              <a:t>The "Must-Read Once in Life" Synthesis</a:t>
            </a:r>
          </a:p>
          <a:p>
            <a:pPr>
              <a:defRPr sz="1500"/>
            </a:pPr>
            <a:r>
              <a:t>This is the capstone — a distillation of the cross-cutting truths that recur across every domain</a:t>
            </a:r>
          </a:p>
          <a:p>
            <a:pPr>
              <a:defRPr sz="1300" b="1"/>
            </a:pPr>
            <a:r>
              <a:t>Sections:</a:t>
            </a:r>
          </a:p>
          <a:p>
            <a:pPr>
              <a:defRPr sz="1200"/>
            </a:pPr>
            <a:r>
              <a:t>- 1. The meta-principles (what shows up everywhere)</a:t>
            </a:r>
          </a:p>
          <a:p>
            <a:pPr>
              <a:defRPr sz="1200"/>
            </a:pPr>
            <a:r>
              <a:t>- 2. The cross-domain patterns (the same shape, different fields)</a:t>
            </a:r>
          </a:p>
          <a:p>
            <a:pPr>
              <a:defRPr sz="1200"/>
            </a:pPr>
            <a:r>
              <a:t>- 3. The action distillation (what to actually do)</a:t>
            </a:r>
          </a:p>
          <a:p>
            <a:pPr>
              <a:defRPr sz="1200"/>
            </a:pPr>
            <a:r>
              <a:t>- 4. Advanced Resources (the short list)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